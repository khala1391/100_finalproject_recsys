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75" d="100"/>
          <a:sy n="75" d="100"/>
        </p:scale>
        <p:origin x="1240" y="3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9895D-5307-75A0-77A5-BCABF206BA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09504D-C214-B279-82CE-67E2E3996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CC095-C608-0EC6-4BC2-24486CBE6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5D555-8AE1-4211-B61F-847B44F4345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3ABEE-7DBF-039B-4AAB-94EB4E63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D5CE7-4F76-B3BF-5B08-5D7C26BCF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62BFF-EFF0-40B8-A797-A5A3AA49B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208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F46CE-2C99-C5D3-E669-D6263980E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9039E-6289-61C0-9566-8A7FFBD0D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DCC49-1D24-DECC-0533-D857EF933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5D555-8AE1-4211-B61F-847B44F4345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5F3C9-00AC-B122-7A89-ECD82500A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515C3-B3F4-37D5-94BB-6FFA4C48D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62BFF-EFF0-40B8-A797-A5A3AA49B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270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03EBA-64C6-DE15-95E0-B26D5E145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D216A-E238-666D-89FC-83776C310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76522-EAE8-B2BF-8B69-88E7F9A56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5D555-8AE1-4211-B61F-847B44F4345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B5207-9316-54B1-F65A-33FA155F6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151F6-A003-9A45-DAA4-967AC518A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62BFF-EFF0-40B8-A797-A5A3AA49B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320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F212B-6206-4C9F-BBAE-942791B04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E1386-51BB-49D7-3DC4-0CEC0BD68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8334E2-3C57-1A3B-C82A-5057E8357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429BE-C412-91CD-1AC3-FDF7F3E6C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5D555-8AE1-4211-B61F-847B44F4345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589A1-9905-AE07-47B2-E0503FEEA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0FB0A-6BCF-441C-200C-9E0606D9A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62BFF-EFF0-40B8-A797-A5A3AA49B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731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4E6C-CE78-7FD7-C725-72068BDFC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3561B-EE62-D957-508C-55AC42AAD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4FB97D-6544-CD91-0B43-4D12BF642F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BCC3FF-17AF-EB9C-6D4A-D0F8437B52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6EB699-E217-7516-5C88-A584501EE9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339CCB-95CF-B0DA-0419-A95396CE1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5D555-8AE1-4211-B61F-847B44F4345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8DEE28-8A18-1273-02B4-7BA32438C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651783-85B1-9E1E-6E57-241D901CC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62BFF-EFF0-40B8-A797-A5A3AA49B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85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B4E93-2C83-5648-7F8F-5D558A5AA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58B0EC-2283-9324-8165-C23BC8B8F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5D555-8AE1-4211-B61F-847B44F4345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D60779-F0B7-C076-6998-519AC22B0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7B692F-F2F2-8FE6-6DCB-E5ADBE93F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62BFF-EFF0-40B8-A797-A5A3AA49B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485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DFC92B-DB52-6B07-8AB5-F9DC440C9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5D555-8AE1-4211-B61F-847B44F4345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9BA329-E844-D63C-1B1B-0CC5ADB69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FAF12-26EC-9357-A895-FDE1ED1D9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62BFF-EFF0-40B8-A797-A5A3AA49B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704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D06FB-6580-30EE-DA4A-B20ED324F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8B444-51EF-9B4D-7519-A98E7E204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1DC484-A894-2B54-3EFD-34E2DEE1B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01479-1E6D-4C16-D563-FFACE0967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5D555-8AE1-4211-B61F-847B44F4345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45BB9-DF43-981A-75AB-24CEBC0FD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14581-418E-284A-AE74-BC38ED2AB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62BFF-EFF0-40B8-A797-A5A3AA49B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19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7EDCC-91EA-3FBB-A519-5646049D3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47FE20-9AED-6A5C-33F5-B30446CBF5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881CB-72BF-22F7-046B-8A28B52A17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BD18A-84A4-037C-6C81-AA323066D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5D555-8AE1-4211-B61F-847B44F4345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D1628-3BC6-64E2-6A1C-6B81FEDDE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851C3-8C4B-E386-E808-87CC2B3B7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62BFF-EFF0-40B8-A797-A5A3AA49B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333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9AB78-8CC3-A325-B780-CFD07E3B1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4C254A-E25F-2069-DC26-655C9959A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04177-BABE-C55A-E994-325A3AA88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5D555-8AE1-4211-B61F-847B44F4345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CBC5C-C5AA-D8A5-0283-963067995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E1172-0ABB-1BB3-9550-1296B49F7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62BFF-EFF0-40B8-A797-A5A3AA49B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30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CA3CB9-E85C-3A0C-4109-D1EC97983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EDDE53-CCD8-27B4-F015-BA13117E3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70016-AC9B-81CA-7266-22E8920F5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5D555-8AE1-4211-B61F-847B44F4345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8BE37-0BDE-688F-9048-B1A1B4BF6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8FCEB-1E23-7F27-F9C6-3D2AB0F0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62BFF-EFF0-40B8-A797-A5A3AA49B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775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EAC452-0805-DD08-7A87-72B6AA8C1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9504B-E4B1-E276-D624-2CAF567CB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49D7A-2561-3095-938C-6A6A751EBA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05D555-8AE1-4211-B61F-847B44F4345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392B7-D413-B5C5-C7C1-B0B2AB9305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0D7C8-054D-2B25-5058-D85ADB17CB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262BFF-EFF0-40B8-A797-A5A3AA49B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3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DE71E-5DB8-938B-8647-421E54FF22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688DB1-643B-9391-938A-C5D1E68C02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C14780-B8DA-5DE0-2986-480433D3B6E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/>
        </p:blipFill>
        <p:spPr>
          <a:xfrm>
            <a:off x="1935708" y="-173038"/>
            <a:ext cx="68981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221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Yuttapong Mahasittiwat</dc:creator>
  <cp:lastModifiedBy>Yuttapong Mahasittiwat</cp:lastModifiedBy>
  <cp:revision>1</cp:revision>
  <dcterms:created xsi:type="dcterms:W3CDTF">2026-04-13T09:30:45Z</dcterms:created>
  <dcterms:modified xsi:type="dcterms:W3CDTF">2026-04-13T09:39:46Z</dcterms:modified>
</cp:coreProperties>
</file>